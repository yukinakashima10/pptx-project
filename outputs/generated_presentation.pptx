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事業計画提案書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ガイドラインに基づく自動生成スライド</a:t>
            </a:r>
          </a:p>
          <a:p>
            <a:r>
              <a:t>作成日: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ガイドラインに沿ったメインカラー（グリーン）の適用方針</a:t>
            </a:r>
          </a:p>
          <a:p>
            <a:pPr lvl="1"/>
            <a:r>
              <a:t>メインカラー: ディープグリーン (#006633)</a:t>
            </a:r>
          </a:p>
          <a:p>
            <a:pPr lvl="1"/>
            <a:r>
              <a:t>アクセントカラー: ミントグリーン (#20B2AA)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