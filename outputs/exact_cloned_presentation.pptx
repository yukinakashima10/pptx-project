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9"/>
    <p:restoredTop sz="94606"/>
  </p:normalViewPr>
  <p:slideViewPr>
    <p:cSldViewPr snapToGrid="0">
      <p:cViewPr varScale="1">
        <p:scale>
          <a:sx n="119" d="100"/>
          <a:sy n="119" d="100"/>
        </p:scale>
        <p:origin x="3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009B3CA-59F4-4C4A-9249-812AF2FFBC9D}"/>
              </a:ext>
            </a:extLst>
          </p:cNvPr>
          <p:cNvSpPr/>
          <p:nvPr/>
        </p:nvSpPr>
        <p:spPr>
          <a:xfrm>
            <a:off x="300038" y="620713"/>
            <a:ext cx="11591925" cy="56530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1 つの角を丸めた四角形 13">
            <a:extLst>
              <a:ext uri="{FF2B5EF4-FFF2-40B4-BE49-F238E27FC236}">
                <a16:creationId xmlns:a16="http://schemas.microsoft.com/office/drawing/2014/main" id="{E8F6878E-E3FD-FD42-B51B-FF170EB004C8}"/>
              </a:ext>
            </a:extLst>
          </p:cNvPr>
          <p:cNvSpPr/>
          <p:nvPr/>
        </p:nvSpPr>
        <p:spPr>
          <a:xfrm rot="10800000">
            <a:off x="9423918" y="-1"/>
            <a:ext cx="2768082" cy="1120941"/>
          </a:xfrm>
          <a:prstGeom prst="round1Rect">
            <a:avLst>
              <a:gd name="adj" fmla="val 3137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81400" y="3201537"/>
            <a:ext cx="7086600" cy="1074221"/>
          </a:xfrm>
          <a:prstGeom prst="rect">
            <a:avLst/>
          </a:prstGeom>
        </p:spPr>
        <p:txBody>
          <a:bodyPr anchor="ctr"/>
          <a:lstStyle>
            <a:lvl1pPr algn="l">
              <a:defRPr sz="5400">
                <a:solidFill>
                  <a:schemeClr val="accent4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r>
              <a:rPr lang="en-US" altLang="ja-JP"/>
              <a:t>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1400" y="2474659"/>
            <a:ext cx="7086600" cy="4491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2">
                    <a:lumMod val="50000"/>
                  </a:schemeClr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Subtitle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endParaRPr 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6CDAE0B-25A4-554D-A74D-E45D59DDF2BE}"/>
              </a:ext>
            </a:extLst>
          </p:cNvPr>
          <p:cNvCxnSpPr/>
          <p:nvPr/>
        </p:nvCxnSpPr>
        <p:spPr>
          <a:xfrm>
            <a:off x="2990626" y="2474659"/>
            <a:ext cx="0" cy="1825304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7B2BF1AA-BCF0-B541-9B4E-C075049B1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2" y="2336416"/>
            <a:ext cx="2005742" cy="218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4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DC33F81-AB6D-5141-B3DC-EC1B2D7F44AD}"/>
              </a:ext>
            </a:extLst>
          </p:cNvPr>
          <p:cNvSpPr/>
          <p:nvPr/>
        </p:nvSpPr>
        <p:spPr>
          <a:xfrm>
            <a:off x="300038" y="620713"/>
            <a:ext cx="11591925" cy="56530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0" i="0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endParaRPr 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DF3A3C-29C0-7349-8E20-AB7DDF996C58}"/>
              </a:ext>
            </a:extLst>
          </p:cNvPr>
          <p:cNvSpPr txBox="1"/>
          <p:nvPr/>
        </p:nvSpPr>
        <p:spPr>
          <a:xfrm>
            <a:off x="315028" y="329123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0" i="0">
                <a:solidFill>
                  <a:schemeClr val="accent4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Index</a:t>
            </a:r>
            <a:endParaRPr kumimoji="1" lang="ja-JP" altLang="en-US" sz="2800" b="0" i="0">
              <a:solidFill>
                <a:schemeClr val="accent4"/>
              </a:solidFill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07E0FEF-EF31-D943-976D-B9E7DA5E24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47069" y="1019175"/>
            <a:ext cx="10230581" cy="5021263"/>
          </a:xfrm>
          <a:prstGeom prst="rect">
            <a:avLst/>
          </a:prstGeom>
        </p:spPr>
        <p:txBody>
          <a:bodyPr anchor="ctr"/>
          <a:lstStyle>
            <a:lvl1pPr marL="671513" indent="-671513" algn="l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  <a:tabLst/>
              <a:defRPr sz="3600">
                <a:solidFill>
                  <a:schemeClr val="bg2">
                    <a:lumMod val="50000"/>
                  </a:schemeClr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pPr lvl="0"/>
            <a:r>
              <a:rPr kumimoji="1" lang="en-US" altLang="ja-JP" err="1"/>
              <a:t>xxxxx</a:t>
            </a:r>
            <a:endParaRPr kumimoji="1" lang="en-US" altLang="ja-JP"/>
          </a:p>
          <a:p>
            <a:pPr lvl="0"/>
            <a:r>
              <a:rPr kumimoji="1" lang="en-US" altLang="ja-JP" err="1"/>
              <a:t>xxxxx</a:t>
            </a:r>
            <a:endParaRPr kumimoji="1" lang="en-US" altLang="ja-JP"/>
          </a:p>
          <a:p>
            <a:pPr lvl="0"/>
            <a:r>
              <a:rPr kumimoji="1" lang="en-US" altLang="ja-JP" err="1"/>
              <a:t>xxxxx</a:t>
            </a:r>
            <a:endParaRPr kumimoji="1" lang="en-US" altLang="ja-JP"/>
          </a:p>
          <a:p>
            <a:pPr lvl="0"/>
            <a:r>
              <a:rPr kumimoji="1" lang="en-US" altLang="ja-JP" err="1"/>
              <a:t>xxxxx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106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B587342-C920-2942-B850-1CF47D673850}"/>
              </a:ext>
            </a:extLst>
          </p:cNvPr>
          <p:cNvSpPr/>
          <p:nvPr/>
        </p:nvSpPr>
        <p:spPr>
          <a:xfrm>
            <a:off x="300038" y="620713"/>
            <a:ext cx="11591925" cy="56530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0" i="0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A29BA978-88A1-4542-BBFC-D081DAB9D2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2971800"/>
            <a:ext cx="10442574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0" b="0" i="0">
                <a:solidFill>
                  <a:schemeClr val="accent4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pPr lvl="0"/>
            <a:r>
              <a:rPr kumimoji="1" lang="en-US" altLang="ja-JP" err="1"/>
              <a:t>xxxx</a:t>
            </a:r>
            <a:endParaRPr kumimoji="1" lang="ja-JP" altLang="en-US"/>
          </a:p>
        </p:txBody>
      </p:sp>
      <p:sp>
        <p:nvSpPr>
          <p:cNvPr id="32" name="テキスト プレースホルダー 31">
            <a:extLst>
              <a:ext uri="{FF2B5EF4-FFF2-40B4-BE49-F238E27FC236}">
                <a16:creationId xmlns:a16="http://schemas.microsoft.com/office/drawing/2014/main" id="{A9D3091A-7575-894A-805B-D862DE3223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5473" y="2476699"/>
            <a:ext cx="2174495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 b="0" i="0">
                <a:solidFill>
                  <a:schemeClr val="bg2">
                    <a:lumMod val="50000"/>
                    <a:alpha val="50000"/>
                  </a:schemeClr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  <a:lvl2pPr>
              <a:defRPr sz="8000"/>
            </a:lvl2pPr>
            <a:lvl3pPr>
              <a:defRPr sz="8000"/>
            </a:lvl3pPr>
            <a:lvl4pPr>
              <a:defRPr sz="8000"/>
            </a:lvl4pPr>
            <a:lvl5pPr>
              <a:defRPr sz="8000"/>
            </a:lvl5pPr>
          </a:lstStyle>
          <a:p>
            <a:pPr lvl="0"/>
            <a:r>
              <a:rPr kumimoji="1" lang="en-US" altLang="ja-JP"/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01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>
            <a:extLst>
              <a:ext uri="{FF2B5EF4-FFF2-40B4-BE49-F238E27FC236}">
                <a16:creationId xmlns:a16="http://schemas.microsoft.com/office/drawing/2014/main" id="{B5314255-0827-3842-B0F2-8A6070EFD4BE}"/>
              </a:ext>
            </a:extLst>
          </p:cNvPr>
          <p:cNvSpPr/>
          <p:nvPr/>
        </p:nvSpPr>
        <p:spPr>
          <a:xfrm>
            <a:off x="1252371" y="220116"/>
            <a:ext cx="9687258" cy="76180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77079" y="196122"/>
            <a:ext cx="633248" cy="365125"/>
          </a:xfrm>
        </p:spPr>
        <p:txBody>
          <a:bodyPr/>
          <a:lstStyle>
            <a:lvl1pPr>
              <a:defRPr b="0" i="0"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497163" y="418454"/>
            <a:ext cx="7197674" cy="365125"/>
          </a:xfrm>
          <a:prstGeom prst="rect">
            <a:avLst/>
          </a:prstGeom>
        </p:spPr>
        <p:txBody>
          <a:bodyPr/>
          <a:lstStyle>
            <a:lvl1pPr algn="ctr">
              <a:defRPr sz="2400" b="0" i="0">
                <a:solidFill>
                  <a:schemeClr val="bg1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r>
              <a:rPr lang="ja-JP" altLang="en-US"/>
              <a:t>ヘッダー</a:t>
            </a:r>
            <a:r>
              <a:rPr lang="en-US" altLang="ja-JP"/>
              <a:t>(24pt)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4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77079" y="196122"/>
            <a:ext cx="633248" cy="365125"/>
          </a:xfrm>
        </p:spPr>
        <p:txBody>
          <a:bodyPr/>
          <a:lstStyle>
            <a:lvl1pPr>
              <a:defRPr b="0" i="0">
                <a:latin typeface="Hiragino Kaku Gothic ProN W3" panose="020B0300000000000000" pitchFamily="34" charset="-128"/>
                <a:ea typeface="Hiragino Kaku Gothic ProN W3" panose="020B0300000000000000" pitchFamily="34" charset="-128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497163" y="418454"/>
            <a:ext cx="7197674" cy="365125"/>
          </a:xfrm>
          <a:prstGeom prst="rect">
            <a:avLst/>
          </a:prstGeom>
        </p:spPr>
        <p:txBody>
          <a:bodyPr/>
          <a:lstStyle>
            <a:lvl1pPr algn="ctr">
              <a:defRPr sz="2400" b="1" i="0">
                <a:solidFill>
                  <a:schemeClr val="accent4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defRPr>
            </a:lvl1pPr>
          </a:lstStyle>
          <a:p>
            <a:r>
              <a:rPr lang="ja-JP" altLang="en-US"/>
              <a:t>ヘッダー</a:t>
            </a:r>
            <a:r>
              <a:rPr lang="en-US" altLang="ja-JP"/>
              <a:t>(24pt)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9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5499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accent4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C764DE79-268F-4C1A-8933-263129D2AF9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accent4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378635" y="196122"/>
            <a:ext cx="6332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 i="0">
                <a:solidFill>
                  <a:schemeClr val="accent4"/>
                </a:solidFill>
                <a:latin typeface="Source Han Sans JP" panose="020B0300000000000000" pitchFamily="34" charset="-128"/>
                <a:ea typeface="Source Han Sans JP" panose="020B0300000000000000" pitchFamily="34" charset="-128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4" r:id="rId2"/>
    <p:sldLayoutId id="2147483652" r:id="rId3"/>
    <p:sldLayoutId id="2147483653" r:id="rId4"/>
    <p:sldLayoutId id="2147483658" r:id="rId5"/>
    <p:sldLayoutId id="2147483656" r:id="rId6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638">
          <p15:clr>
            <a:srgbClr val="F26B43"/>
          </p15:clr>
        </p15:guide>
        <p15:guide id="3" pos="189">
          <p15:clr>
            <a:srgbClr val="F26B43"/>
          </p15:clr>
        </p15:guide>
        <p15:guide id="4" pos="7491">
          <p15:clr>
            <a:srgbClr val="F26B43"/>
          </p15:clr>
        </p15:guide>
        <p15:guide id="5" pos="3953">
          <p15:clr>
            <a:srgbClr val="F26B43"/>
          </p15:clr>
        </p15:guide>
        <p15:guide id="6" pos="3727">
          <p15:clr>
            <a:srgbClr val="F26B43"/>
          </p15:clr>
        </p15:guide>
        <p15:guide id="7" orient="horz" pos="391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pos="5042">
          <p15:clr>
            <a:srgbClr val="F26B43"/>
          </p15:clr>
        </p15:guide>
        <p15:guide id="10" pos="2525">
          <p15:clr>
            <a:srgbClr val="F26B43"/>
          </p15:clr>
        </p15:guide>
        <p15:guide id="11" pos="515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6EBF9F-D737-F914-B84E-3782A414B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C042A24-B32D-CF49-DC27-CF82317E7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853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C8DBDA3-C8FE-6D50-B45D-DBEC4812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727B79F-3252-8F9F-5035-181F6A033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336708"/>
              </p:ext>
            </p:extLst>
          </p:nvPr>
        </p:nvGraphicFramePr>
        <p:xfrm>
          <a:off x="2087655" y="964923"/>
          <a:ext cx="7982856" cy="324000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330476">
                  <a:extLst>
                    <a:ext uri="{9D8B030D-6E8A-4147-A177-3AD203B41FA5}">
                      <a16:colId xmlns:a16="http://schemas.microsoft.com/office/drawing/2014/main" val="1575950837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2755527940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1074062664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1763355487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2068547057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3676565939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3169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31398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446948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07517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612186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086806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015642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949599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529652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261727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105245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9515360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7F0FEFC-1BC7-7C2F-C56E-10C84A2E9BFE}"/>
              </a:ext>
            </a:extLst>
          </p:cNvPr>
          <p:cNvSpPr txBox="1"/>
          <p:nvPr/>
        </p:nvSpPr>
        <p:spPr>
          <a:xfrm>
            <a:off x="8920650" y="680519"/>
            <a:ext cx="1317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（千円／税抜）</a:t>
            </a:r>
            <a:endParaRPr kumimoji="1" lang="ja-JP" altLang="en-US" sz="1200" err="1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1320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680B-025B-0267-FDA5-8879CE15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843E722-E985-4721-A933-FB0EAC29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E40FA3AF-DFFE-63E6-88CD-432B5A9DC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125775"/>
              </p:ext>
            </p:extLst>
          </p:nvPr>
        </p:nvGraphicFramePr>
        <p:xfrm>
          <a:off x="2709332" y="1136213"/>
          <a:ext cx="6248543" cy="324000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114743">
                  <a:extLst>
                    <a:ext uri="{9D8B030D-6E8A-4147-A177-3AD203B41FA5}">
                      <a16:colId xmlns:a16="http://schemas.microsoft.com/office/drawing/2014/main" val="1575950837"/>
                    </a:ext>
                  </a:extLst>
                </a:gridCol>
                <a:gridCol w="1283450">
                  <a:extLst>
                    <a:ext uri="{9D8B030D-6E8A-4147-A177-3AD203B41FA5}">
                      <a16:colId xmlns:a16="http://schemas.microsoft.com/office/drawing/2014/main" val="2755527940"/>
                    </a:ext>
                  </a:extLst>
                </a:gridCol>
                <a:gridCol w="1283450">
                  <a:extLst>
                    <a:ext uri="{9D8B030D-6E8A-4147-A177-3AD203B41FA5}">
                      <a16:colId xmlns:a16="http://schemas.microsoft.com/office/drawing/2014/main" val="1074062664"/>
                    </a:ext>
                  </a:extLst>
                </a:gridCol>
                <a:gridCol w="1283450">
                  <a:extLst>
                    <a:ext uri="{9D8B030D-6E8A-4147-A177-3AD203B41FA5}">
                      <a16:colId xmlns:a16="http://schemas.microsoft.com/office/drawing/2014/main" val="2068547057"/>
                    </a:ext>
                  </a:extLst>
                </a:gridCol>
                <a:gridCol w="1283450">
                  <a:extLst>
                    <a:ext uri="{9D8B030D-6E8A-4147-A177-3AD203B41FA5}">
                      <a16:colId xmlns:a16="http://schemas.microsoft.com/office/drawing/2014/main" val="3676565939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3169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421285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446948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07517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612186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086806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015642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949599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529652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FF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261727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105245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9515360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5C6ECA-A5E6-F809-C935-B192445883B0}"/>
              </a:ext>
            </a:extLst>
          </p:cNvPr>
          <p:cNvSpPr txBox="1"/>
          <p:nvPr/>
        </p:nvSpPr>
        <p:spPr>
          <a:xfrm>
            <a:off x="7936580" y="845376"/>
            <a:ext cx="1317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（千円／税抜）</a:t>
            </a:r>
            <a:endParaRPr kumimoji="1" lang="ja-JP" altLang="en-US" sz="1200" err="1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5112035"/>
      </p:ext>
    </p:extLst>
  </p:cSld>
  <p:clrMapOvr>
    <a:masterClrMapping/>
  </p:clrMapOvr>
</p:sld>
</file>

<file path=ppt/theme/theme1.xml><?xml version="1.0" encoding="utf-8"?>
<a:theme xmlns:a="http://schemas.openxmlformats.org/drawingml/2006/main" name="022204_ChoQi">
  <a:themeElements>
    <a:clrScheme name="ユーザー定義 3">
      <a:dk1>
        <a:srgbClr val="000000"/>
      </a:dk1>
      <a:lt1>
        <a:srgbClr val="FFFFFF"/>
      </a:lt1>
      <a:dk2>
        <a:srgbClr val="117369"/>
      </a:dk2>
      <a:lt2>
        <a:srgbClr val="F0F2F2"/>
      </a:lt2>
      <a:accent1>
        <a:srgbClr val="FC9D0D"/>
      </a:accent1>
      <a:accent2>
        <a:srgbClr val="126DB3"/>
      </a:accent2>
      <a:accent3>
        <a:srgbClr val="13A0BD"/>
      </a:accent3>
      <a:accent4>
        <a:srgbClr val="13AD9C"/>
      </a:accent4>
      <a:accent5>
        <a:srgbClr val="13BD7C"/>
      </a:accent5>
      <a:accent6>
        <a:srgbClr val="F67578"/>
      </a:accent6>
      <a:hlink>
        <a:srgbClr val="3333FF"/>
      </a:hlink>
      <a:folHlink>
        <a:srgbClr val="B26B0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</a:spPr>
      <a:bodyPr rtlCol="0" anchor="ctr"/>
      <a:lstStyle>
        <a:defPPr algn="ctr">
          <a:defRPr kumimoji="1" smtClean="0">
            <a:latin typeface="Hiragino Kaku Gothic ProN W3" panose="020B0300000000000000" pitchFamily="34" charset="-128"/>
            <a:ea typeface="Hiragino Kaku Gothic ProN W3" panose="020B0300000000000000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dirty="0" err="1" smtClean="0">
            <a:latin typeface="Hiragino Kaku Gothic ProN W3" panose="020B0300000000000000" pitchFamily="34" charset="-128"/>
            <a:ea typeface="Hiragino Kaku Gothic ProN W3" panose="020B03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22204_ChoQi" id="{34681348-FE6E-3A40-A723-B84800AA1337}" vid="{E5A79559-5B65-F845-A679-E83274B31469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955d7bac-178c-4df4-9de6-aa51335f884b" xsi:nil="true"/>
    <TaxCatchAll xmlns="c091d733-2488-492c-a4d2-6cce6abd6cef" xsi:nil="true"/>
    <lcf76f155ced4ddcb4097134ff3c332f xmlns="955d7bac-178c-4df4-9de6-aa51335f884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B0AE8A49206C04B84AFDDCFF874B70B" ma:contentTypeVersion="19" ma:contentTypeDescription="新しいドキュメントを作成します。" ma:contentTypeScope="" ma:versionID="5a2e8134ec2f57cc1acc3d096aa7e58d">
  <xsd:schema xmlns:xsd="http://www.w3.org/2001/XMLSchema" xmlns:xs="http://www.w3.org/2001/XMLSchema" xmlns:p="http://schemas.microsoft.com/office/2006/metadata/properties" xmlns:ns2="955d7bac-178c-4df4-9de6-aa51335f884b" xmlns:ns3="c091d733-2488-492c-a4d2-6cce6abd6cef" targetNamespace="http://schemas.microsoft.com/office/2006/metadata/properties" ma:root="true" ma:fieldsID="437f5ea5625d57d7b22611b24ad97d0e" ns2:_="" ns3:_="">
    <xsd:import namespace="955d7bac-178c-4df4-9de6-aa51335f884b"/>
    <xsd:import namespace="c091d733-2488-492c-a4d2-6cce6abd6c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_Flow_SignoffStatu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5d7bac-178c-4df4-9de6-aa51335f88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9" nillable="true" ma:displayName="承認の状態" ma:internalName="_x627f__x8a8d__x306e__x72b6__x614b_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画像タグ" ma:readOnly="false" ma:fieldId="{5cf76f15-5ced-4ddc-b409-7134ff3c332f}" ma:taxonomyMulti="true" ma:sspId="f13881d0-f2ef-4a6c-9e40-ea796b465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1d733-2488-492c-a4d2-6cce6abd6ce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cdda7368-b548-49fb-b877-6663fe020cac}" ma:internalName="TaxCatchAll" ma:showField="CatchAllData" ma:web="c091d733-2488-492c-a4d2-6cce6abd6c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96428-61CA-406F-B5C1-4242AA85D1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076AC1-C34E-463F-B0FA-A5DABC41766C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955d7bac-178c-4df4-9de6-aa51335f884b"/>
    <ds:schemaRef ds:uri="c091d733-2488-492c-a4d2-6cce6abd6cef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26B1766-A4DB-4EEC-99DA-FDBCFD2E4E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5d7bac-178c-4df4-9de6-aa51335f884b"/>
    <ds:schemaRef ds:uri="c091d733-2488-492c-a4d2-6cce6abd6c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022204_ChoQi</Template>
  <TotalTime>275</TotalTime>
  <Words>10</Words>
  <Application>Microsoft Macintosh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Hiragino Kaku Gothic Pro W3</vt:lpstr>
      <vt:lpstr>Hiragino Kaku Gothic ProN W3</vt:lpstr>
      <vt:lpstr>Hiragino Kaku Gothic ProN W6</vt:lpstr>
      <vt:lpstr>Hiragino Sans W4</vt:lpstr>
      <vt:lpstr>Source Han Sans JP</vt:lpstr>
      <vt:lpstr>Arial</vt:lpstr>
      <vt:lpstr>022204_ChoQi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中島 侑紀</dc:creator>
  <cp:lastModifiedBy>中島 侑紀</cp:lastModifiedBy>
  <cp:revision>6</cp:revision>
  <dcterms:created xsi:type="dcterms:W3CDTF">2025-10-31T08:35:37Z</dcterms:created>
  <dcterms:modified xsi:type="dcterms:W3CDTF">2026-10-20T06:43:51Z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0x010100FB0AE8A49206C04B84AFDDCFF874B70B</vt:lpwstr>
  </property>
  <property fmtid="{D5CDD505-2E9C-101B-9397-08002B2CF9AE}" pid="3" name="MediaServiceImageTags">
    <vt:lpwstr/>
  </property>
</Properties>
</file>